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pos="6816">
          <p15:clr>
            <a:srgbClr val="A4A3A4"/>
          </p15:clr>
        </p15:guide>
        <p15:guide id="3" pos="816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120" d="100"/>
          <a:sy n="120" d="100"/>
        </p:scale>
        <p:origin x="800" y="184"/>
      </p:cViewPr>
      <p:guideLst>
        <p:guide pos="3840"/>
        <p:guide pos="6816"/>
        <p:guide pos="816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7/20/26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secHead" preserve="1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7/20/26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7/20/26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7/20/26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Tx" preserve="1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7/20/26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dt="0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Times New Roman"/>
                <a:cs typeface="Times New Roman"/>
              </a:rPr>
              <a:t>Hakjae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Department of Advanced Materials Science and Engineering</a:t>
            </a:r>
          </a:p>
          <a:p>
            <a:pPr>
              <a:defRPr/>
            </a:pPr>
            <a:r>
              <a:rPr lang="en-GB" sz="1200">
                <a:latin typeface="Times New Roman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2066, Seobu-ro, Jangan-gu, Suwon-si,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[e-mail: </a:t>
            </a:r>
            <a:r>
              <a:rPr lang="en-GB" sz="1200" b="1">
                <a:latin typeface="Times New Roman"/>
                <a:cs typeface="Times New Roman"/>
              </a:rPr>
              <a:t>hjkim24</a:t>
            </a:r>
            <a:r>
              <a:rPr lang="en-GB" sz="1200">
                <a:latin typeface="Times New Roman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Times New Roman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 Narrow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sz="2400">
                <a:solidFill>
                  <a:srgbClr val="404040"/>
                </a:solidFill>
                <a:latin typeface="Roboto"/>
              </a:rPr>
              <a:t>1. </a:t>
            </a:r>
            <a:r>
              <a:rPr sz="2400" dirty="0">
                <a:solidFill>
                  <a:srgbClr val="404040"/>
                </a:solidFill>
                <a:latin typeface="Roboto"/>
              </a:rPr>
              <a:t>Summary of last meeting/progress</a:t>
            </a:r>
            <a:endParaRPr dirty="0"/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2. Progress last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3. Plan for next 1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지난 미팅 피드백과 이번 주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600200"/>
          <a:ext cx="110185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피드백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이번 주 대응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a. 소제목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숫자 한 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캡션: 환경 / 조건 / 유효 샘플 수</a:t>
            </a:r>
          </a:p>
        </p:txBody>
      </p:sp>
      <p:pic>
        <p:nvPicPr>
          <p:cNvPr id="8" name="Picture 7" descr="fig_recovery_ttr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00200"/>
            <a:ext cx="6446520" cy="38727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b. 좌우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좌측 시각물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우측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58064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두 그림에서 읽어야 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c. 수치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구분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하는 일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비용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" y="425196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표에서 읽어야 할 결론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[1] Author, "Title," Venue, Year.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그림 규격 (참고용 — 발표 전 이 장은 삭제)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8580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그림은 PowerPoint 에서 만들지 않는다. paper/figures/_slide.py 로 뽑아서 배율 100% 로 얹는다.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234440"/>
          <a:ext cx="6400800" cy="3291840"/>
        </p:xfrm>
        <a:graphic>
          <a:graphicData uri="http://schemas.openxmlformats.org/drawingml/2006/table">
            <a:tbl>
              <a:tblPr firstRow="0" bandRow="0" firstCol="0" bandCol="0" lastRow="0" lastCol="0">
                <a:tableStyleId>{5C22544A-7EE6-4342-B048-85BDC9FD1C3A}</a:tableStyleId>
              </a:tblPr>
              <a:tblGrid>
                <a:gridCol w="1737360"/>
                <a:gridCol w="1554480"/>
                <a:gridCol w="3108960"/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항목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값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이유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figsize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슬라이드에 놓일 크기 그대로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확대하면 글자만 커진다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축 라벨 / 눈금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14pt / 12pt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논문용 8pt 는 안 보인다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범례 / 주석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12pt / 13pt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축 안에 넣어 여백을 아낀다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선 두께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2.0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프로젝터에서 얇은 선은 사라진다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dpi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300, png + pdf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pdf 는 논문에 재사용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배치 배율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100% 고정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늘리는 순간 덱과 글자 크기가 어긋난다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234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FF0000"/>
                </a:solidFill>
                <a:latin typeface="Roboto"/>
              </a:rPr>
              <a:t>그림 안에 넣지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제목 — 슬라이드 제목이 그 역할을 한다</a:t>
            </a:r>
          </a:p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축 밖 범례 — 여백을 먹는다</a:t>
            </a:r>
          </a:p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진한 격자 — alpha 0.3 이하로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154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색은 §4 고정 배정을 따른다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52044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FF0000"/>
                </a:solidFill>
                <a:latin typeface="Roboto"/>
              </a:rPr>
              <a:t>full-replay  FF0000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83133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202843"/>
                </a:solidFill>
                <a:latin typeface="Roboto"/>
              </a:rPr>
              <a:t>surgical     202843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14223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0070C0"/>
                </a:solidFill>
                <a:latin typeface="Roboto"/>
              </a:rPr>
              <a:t>parity       0070C0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70916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404040"/>
                </a:solidFill>
                <a:latin typeface="Roboto"/>
              </a:rPr>
              <a:t>캡션: 그림 바로 아래 12pt 한 줄로 환경 / 조건 / 유효 샘플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07492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200" b="0">
                <a:solidFill>
                  <a:srgbClr val="404040"/>
                </a:solidFill>
                <a:latin typeface="Roboto"/>
              </a:rPr>
              <a:t>OPT-350M 24층 / 5-stage 이종 체인 / 15개 트라이얼 전부 유효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231</Words>
  <Application>Microsoft Macintosh PowerPoint</Application>
  <PresentationFormat>와이드스크린</PresentationFormat>
  <Paragraphs>65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Arial</vt:lpstr>
      <vt:lpstr>Arial Narrow</vt:lpstr>
      <vt:lpstr>Euphemia</vt:lpstr>
      <vt:lpstr>Roboto</vt:lpstr>
      <vt:lpstr>Times New Roman</vt:lpstr>
      <vt:lpstr>Wingdings</vt:lpstr>
      <vt:lpstr>Banded Design Blue 16x9</vt:lpstr>
      <vt:lpstr>PowerPoint 프레젠테이션</vt:lpstr>
      <vt:lpstr>Sections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김학재</cp:lastModifiedBy>
  <cp:revision>2162</cp:revision>
  <dcterms:created xsi:type="dcterms:W3CDTF">2017-06-13T09:39:50Z</dcterms:created>
  <dcterms:modified xsi:type="dcterms:W3CDTF">2026-07-20T06:29:21Z</dcterms:modified>
</cp:coreProperties>
</file>