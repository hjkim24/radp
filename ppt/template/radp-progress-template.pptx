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10"/>
    <p:sldId id="259" r:id="rId11"/>
    <p:sldId id="260" r:id="rId12"/>
    <p:sldId id="261" r:id="rId13"/>
    <p:sldId id="262" r:id="rId14"/>
    <p:sldId id="263" r:id="rId15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98" d="100"/>
          <a:sy n="98" d="100"/>
        </p:scale>
        <p:origin x="114" y="174"/>
      </p:cViewPr>
      <p:guideLst>
        <p:guide pos="3840"/>
        <p:guide pos="6816"/>
        <p:guide pos="816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8/21/2024</a:t>
            </a:fld>
            <a:endParaRPr/>
          </a:p>
        </p:txBody>
      </p:sp>
      <p:sp>
        <p:nvSpPr>
          <p:cNvPr id="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secHead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8/21/2024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8/21/2024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8/21/2024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Tx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8/21/2024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1" hdr="0" sldNum="1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Century Gothic"/>
                <a:cs typeface="Times New Roman"/>
              </a:rPr>
              <a:t>Hakjae</a:t>
            </a:r>
            <a:r>
              <a:rPr lang="en-US" sz="1200" b="1">
                <a:latin typeface="Century Gothic"/>
                <a:cs typeface="Times New Roman"/>
              </a:rPr>
              <a:t>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Century Gothic"/>
                <a:cs typeface="Times New Roman"/>
              </a:rPr>
              <a:t>Department of </a:t>
            </a:r>
            <a:r>
              <a:rPr lang="en-GB" sz="1200">
                <a:latin typeface="Century Gothic"/>
                <a:cs typeface="Times New Roman"/>
              </a:rPr>
              <a:t>Advanced Materials Science and Engineering</a:t>
            </a:r>
            <a:endParaRPr lang="en-GB" sz="1200"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1200">
                <a:latin typeface="Century Gothic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Century Gothic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Century Gothic"/>
                <a:cs typeface="Times New Roman"/>
              </a:rPr>
              <a:t>2066, </a:t>
            </a:r>
            <a:r>
              <a:rPr lang="en-GB" sz="1200">
                <a:latin typeface="Century Gothic"/>
                <a:cs typeface="Times New Roman"/>
              </a:rPr>
              <a:t>Seobu-ro</a:t>
            </a:r>
            <a:r>
              <a:rPr lang="en-GB" sz="1200">
                <a:latin typeface="Century Gothic"/>
                <a:cs typeface="Times New Roman"/>
              </a:rPr>
              <a:t>, </a:t>
            </a:r>
            <a:r>
              <a:rPr lang="en-GB" sz="1200">
                <a:latin typeface="Century Gothic"/>
                <a:cs typeface="Times New Roman"/>
              </a:rPr>
              <a:t>Jangan-gu</a:t>
            </a:r>
            <a:r>
              <a:rPr lang="en-GB" sz="1200">
                <a:latin typeface="Century Gothic"/>
                <a:cs typeface="Times New Roman"/>
              </a:rPr>
              <a:t>, </a:t>
            </a:r>
            <a:r>
              <a:rPr lang="en-GB" sz="1200">
                <a:latin typeface="Century Gothic"/>
                <a:cs typeface="Times New Roman"/>
              </a:rPr>
              <a:t>Suwon-si</a:t>
            </a:r>
            <a:r>
              <a:rPr lang="en-GB" sz="1200">
                <a:latin typeface="Century Gothic"/>
                <a:cs typeface="Times New Roman"/>
              </a:rPr>
              <a:t>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Century Gothic"/>
                <a:cs typeface="Times New Roman"/>
              </a:rPr>
              <a:t> [e-mail: </a:t>
            </a:r>
            <a:r>
              <a:rPr lang="en-GB" sz="1200" b="1">
                <a:latin typeface="Century Gothic"/>
                <a:cs typeface="Times New Roman"/>
              </a:rPr>
              <a:t>hjkim24</a:t>
            </a:r>
            <a:r>
              <a:rPr lang="en-GB" sz="1200">
                <a:latin typeface="Century Gothic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Century Gothic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Century Gothic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>
                <a:latin typeface="Century Gothic"/>
              </a:rPr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502920" indent="-457200">
              <a:buFont typeface="Wingdings"/>
              <a:buAutoNum type="arabicPeriod"/>
              <a:defRPr/>
            </a:pPr>
            <a:r>
              <a:rPr sz="2400">
                <a:solidFill>
                  <a:srgbClr val="404040"/>
                </a:solidFill>
                <a:latin typeface="Century Gothic"/>
              </a:rPr>
              <a:t>1. Summary of last meeting/progress</a:t>
            </a:r>
            <a:endParaRPr/>
          </a:p>
          <a:p>
            <a:r>
              <a:rPr sz="2400">
                <a:solidFill>
                  <a:srgbClr val="404040"/>
                </a:solidFill>
                <a:latin typeface="Century Gothic"/>
              </a:rPr>
              <a:t>2. Progress last week</a:t>
            </a:r>
          </a:p>
          <a:p>
            <a:r>
              <a:rPr sz="2400">
                <a:solidFill>
                  <a:srgbClr val="404040"/>
                </a:solidFill>
                <a:latin typeface="Century Gothic"/>
              </a:rPr>
              <a:t>3. Plan for next 1 week</a:t>
            </a:r>
          </a:p>
          <a:p>
            <a:r>
              <a:rPr sz="2400">
                <a:solidFill>
                  <a:srgbClr val="404040"/>
                </a:solidFill>
                <a:latin typeface="Century Gothic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지난 미팅 피드백과 이번 주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6080760"/>
              </a:tblGrid>
              <a:tr h="731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피드백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이번 주 대응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피드백 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무엇을 바꿨는지 한 줄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피드백 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무엇을 바꿨는지 한 줄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피드백 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무엇을 바꿨는지 한 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Century Gothic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a. 소제목: 이번 슬라이드가 보여줄 것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• 라벨 한 줄</a:t>
            </a:r>
          </a:p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• 숫자 한 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60020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Century Gothic"/>
              </a:rPr>
              <a:t>[ 시각물 영역 ]</a:t>
            </a:r>
          </a:p>
          <a:p>
            <a:pPr algn="ctr"/>
            <a:r>
              <a:rPr sz="1600" b="0">
                <a:solidFill>
                  <a:srgbClr val="0070C0"/>
                </a:solidFill>
                <a:latin typeface="Century Gothic"/>
              </a:rPr>
              <a:t>그림 1개를 크게.</a:t>
            </a:r>
          </a:p>
          <a:p>
            <a:pPr algn="ctr"/>
            <a:r>
              <a:rPr sz="1600" b="0">
                <a:solidFill>
                  <a:srgbClr val="0070C0"/>
                </a:solidFill>
                <a:latin typeface="Century Gothic"/>
              </a:rPr>
              <a:t>5.3~12.7in × 1.75~6.35in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캡션: 환경 / 조건 / 유효 샘플 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Century Gothic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b. 좌우 비교가 필요할 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Century Gothic"/>
              </a:rPr>
              <a:t>[ 좌측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Century Gothic"/>
              </a:rPr>
              <a:t>[ 우측 시각물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576072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• 두 그림에서 읽어야 할 것 한 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Century Gothic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c. 수치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840"/>
                <a:gridCol w="3672840"/>
                <a:gridCol w="3672840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하는 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비용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" y="42062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• 표에서 읽어야 할 결론 한 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Century Gothic"/>
              </a:rPr>
              <a:t>• 할 일 한 줄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Century Gothic"/>
              </a:rPr>
              <a:t>• 할 일 한 줄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Century Gothic"/>
              </a:rPr>
              <a:t>• 할 일 한 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[1] Author, "Title," Venue, Year.</a:t>
            </a:r>
          </a:p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[2] 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Century Gothic"/>
        <a:ea typeface="Century Gothic"/>
        <a:cs typeface="Arial"/>
      </a:majorFont>
      <a:minorFont>
        <a:latin typeface="Century Gothic"/>
        <a:ea typeface="Century Gothic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Century Gothic"/>
        <a:ea typeface="Century Gothic"/>
        <a:cs typeface="Arial"/>
      </a:majorFont>
      <a:minorFont>
        <a:latin typeface="Century Gothic"/>
        <a:ea typeface="Century Gothic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onlyoffice/8.2.2.22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익명</cp:lastModifiedBy>
  <cp:revision>2161</cp:revision>
  <dcterms:created xsi:type="dcterms:W3CDTF">2017-06-13T09:39:50Z</dcterms:created>
  <dcterms:modified xsi:type="dcterms:W3CDTF">2025-06-27T10:59:41Z</dcterms:modified>
</cp:coreProperties>
</file>