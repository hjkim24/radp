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98" d="100"/>
          <a:sy n="98" d="100"/>
        </p:scale>
        <p:origin x="114" y="174"/>
      </p:cViewPr>
      <p:guideLst>
        <p:guide pos="3840"/>
        <p:guide pos="6816"/>
        <p:guide pos="816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8/21/2024</a:t>
            </a:fld>
            <a:endParaRPr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secHead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8/21/2024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8/21/2024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8/21/2024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Tx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8/21/2024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1" hdr="0" sldNum="1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</a:t>
            </a:r>
            <a:r>
              <a:rPr lang="en-US" sz="1200" b="1">
                <a:latin typeface="Times New Roman"/>
                <a:cs typeface="Times New Roman"/>
              </a:rPr>
              <a:t>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</a:t>
            </a:r>
            <a:r>
              <a:rPr lang="en-GB" sz="1200">
                <a:latin typeface="Times New Roman"/>
                <a:cs typeface="Times New Roman"/>
              </a:rPr>
              <a:t>Advanced Materials Science and Engineering</a:t>
            </a:r>
            <a:endParaRPr lang="en-GB" sz="1200"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</a:t>
            </a:r>
            <a:r>
              <a:rPr lang="en-GB" sz="1200">
                <a:latin typeface="Times New Roman"/>
                <a:cs typeface="Times New Roman"/>
              </a:rPr>
              <a:t>Seobu-ro</a:t>
            </a:r>
            <a:r>
              <a:rPr lang="en-GB" sz="1200">
                <a:latin typeface="Times New Roman"/>
                <a:cs typeface="Times New Roman"/>
              </a:rPr>
              <a:t>, </a:t>
            </a:r>
            <a:r>
              <a:rPr lang="en-GB" sz="1200">
                <a:latin typeface="Times New Roman"/>
                <a:cs typeface="Times New Roman"/>
              </a:rPr>
              <a:t>Jangan-gu</a:t>
            </a:r>
            <a:r>
              <a:rPr lang="en-GB" sz="1200">
                <a:latin typeface="Times New Roman"/>
                <a:cs typeface="Times New Roman"/>
              </a:rPr>
              <a:t>, </a:t>
            </a:r>
            <a:r>
              <a:rPr lang="en-GB" sz="1200">
                <a:latin typeface="Times New Roman"/>
                <a:cs typeface="Times New Roman"/>
              </a:rPr>
              <a:t>Suwon-si</a:t>
            </a:r>
            <a:r>
              <a:rPr lang="en-GB" sz="1200">
                <a:latin typeface="Times New Roman"/>
                <a:cs typeface="Times New Roman"/>
              </a:rPr>
              <a:t>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Font typeface="Wingdings"/>
              <a:defRPr/>
              <a:buNone/>
            </a:pPr>
            <a:r>
              <a:rPr sz="2400">
                <a:solidFill>
                  <a:srgbClr val="404040"/>
                </a:solidFill>
                <a:latin typeface="Roboto"/>
              </a:rPr>
              <a:t>1. Summary of last meeting/progress</a:t>
            </a:r>
            <a:endParaRPr/>
          </a:p>
          <a:p>
            <a:pPr marL="0" indent="0">
              <a:buNone/>
            </a:pPr>
            <a:r>
              <a:rPr sz="240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4937760"/>
                <a:gridCol w="6080760"/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600200"/>
            <a:ext cx="67665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시각물 영역 ]</a:t>
            </a:r>
          </a:p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7.4 × 4.45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결론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onlyoffice/8.2.2.22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익명</cp:lastModifiedBy>
  <cp:revision>2161</cp:revision>
  <dcterms:created xsi:type="dcterms:W3CDTF">2017-06-13T09:39:50Z</dcterms:created>
  <dcterms:modified xsi:type="dcterms:W3CDTF">2025-06-27T10:59:41Z</dcterms:modified>
</cp:coreProperties>
</file>